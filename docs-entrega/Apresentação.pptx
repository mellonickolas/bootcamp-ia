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37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a equipe e o contexto: projeto de extensao universitaria desenvolvido para uma loja de moda local, a Virtuau Modas. A ideia central em uma frase: uma plataforma de IA que diz o que postar e quando.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Instagram e a principal vitrine da loja, mas as publicacoes eram feitas no improviso. A dificuldade central nao e a foto, que flui pelo celular, e sim ter a ideia e escrever a legenda. Resultado: quase toda semana um post deixava de sair.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em uma frase. O objetivo nao e gerenciar a foto, e sim resolver a parte dificil: dizer o que postar, quando, e entregar o texto quase pronto no tom da marca. Tres ganhos: constancia, planejamento e profissionalismo.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solucao implementada: uma aplicacao web com cerebro em Python (FastAPI) e interface em React. Para cada sugestao, a plataforma entrega quatro coisas prontas: legenda, hashtags, ideia de foto e o melhor horario para postar.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funcionalidades entregues. Destaque para o calendario de conteudo com datas comemorativas, o gerador de posts e o plano da semana com sete posts e exportacao. A IA generativa com o modelo Claude e opcional, para textos mais criativos quando ha chave de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mostramos como o projeto aplica os conceitos das disciplinas: IA generativa, desenvolvimento de software, engenharia de requisitos, logica e estruturas de dados, e a propria extensao universitaria.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principais desafios e como cada um foi resolvido. Loja sem dados historicos, gerar textos de qualidade sem custo, e rodar duas partes (Python e React) ao mesmo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obtidos: aplicacao funcional e validada com a proprietaria, sete funcionalidades entregues e dezessete datas comemorativas cobertas. A loja passou a ter uma ferramenta que economiza tempo, da constancia e aproveita as datas que vendem.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Depoimento da proprietaria, autorizado. Esta e a validacao mais importante: a ferramenta tirou o peso de pensar no post toda vez. Ler com 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experiencia extensionista. O projeto atendeu a uma demanda real de um microempreendimento local, com contato direto com a proprietaria, entrevista em 18 de junho de 2026. Para a equipe, foi a chance de aplicar conhecimento tecnico em um problema do mundo real, exercitando comunicacao com cliente, trabalho em equipe e responsabilidade social.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Recapitular: resolvemos a parte dificil do marketing da loja, demos constancia e planejamento, e validamos com a cliente. Agradecer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59000" y="-15240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E94560">
                  <a:alpha val="28000"/>
                </a:srgbClr>
              </a:gs>
              <a:gs pos="68000">
                <a:srgbClr val="E9456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066800" y="958215"/>
            <a:ext cx="133350" cy="13335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1352550" y="876300"/>
            <a:ext cx="282774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VIRTUAU MODAS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3193375"/>
            <a:ext cx="15506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 EXTENSÃO UNIVERSITÁRIA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66800" y="3829645"/>
            <a:ext cx="14519910" cy="156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 para a vitrine digital da Virtuau Modas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066800" y="5741075"/>
            <a:ext cx="10595610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15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que diz o que postar e </a:t>
            </a:r>
            <a:r>
              <a:rPr lang="en-US" sz="3150" dirty="0" err="1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</a:t>
            </a:r>
            <a:r>
              <a:rPr lang="en-US" sz="315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entrega o post quase pronto, no tom da marca.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066800" y="8801100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300960" y="9113520"/>
            <a:ext cx="21122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06 /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O PROBLEMA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2753975" cy="158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Instagram é a vitrine — mas o marketing era no improviso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66800" y="6010394"/>
            <a:ext cx="38100" cy="1095375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6010394"/>
            <a:ext cx="8060944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450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difícil não é a foto. É ter a ideia e escrever a legenda.”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0061853" y="4392097"/>
            <a:ext cx="7875151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0061853" y="5035987"/>
            <a:ext cx="73740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por semana — e às vezes uma semana inteira sem postar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0061853" y="6140887"/>
            <a:ext cx="7159228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61853" y="6434257"/>
            <a:ext cx="7374005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que vendem mal aproveitadas — a Black Friday era trabalhada sempre em cima da hora.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0061853" y="7603927"/>
            <a:ext cx="7159228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61853" y="7897296"/>
            <a:ext cx="7374005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toda semana um post deixava de sair, por falta de tempo ou de ideia.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2580838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 PROPOSTA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3236158"/>
            <a:ext cx="14716125" cy="1476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72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de IA que </a:t>
            </a:r>
            <a:r>
              <a:rPr lang="en-US" sz="4800" b="1" kern="0" spc="-72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postar e quando </a:t>
            </a:r>
            <a:r>
              <a:rPr lang="en-US" sz="4800" b="1" kern="0" spc="-72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entregando o post quase pronto, no tom da marca.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66800" y="5563671"/>
            <a:ext cx="5232321" cy="2091690"/>
          </a:xfrm>
          <a:prstGeom prst="roundRect">
            <a:avLst>
              <a:gd name="adj" fmla="val 7286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5420" y="5990392"/>
            <a:ext cx="4900589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Constância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455420" y="6588562"/>
            <a:ext cx="458873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ritmo de publicação que não depende da inspiração do dia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27721" y="5563671"/>
            <a:ext cx="5232440" cy="2091690"/>
          </a:xfrm>
          <a:prstGeom prst="roundRect">
            <a:avLst>
              <a:gd name="adj" fmla="val 7286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6341" y="5990392"/>
            <a:ext cx="4900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916341" y="6588562"/>
            <a:ext cx="458885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comemorativas previstas com antecedência, não em cima da hora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88760" y="5563671"/>
            <a:ext cx="5232440" cy="2091690"/>
          </a:xfrm>
          <a:prstGeom prst="roundRect">
            <a:avLst>
              <a:gd name="adj" fmla="val 7286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77381" y="5990392"/>
            <a:ext cx="4900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Profissionalismo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2377381" y="6588562"/>
            <a:ext cx="458885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comunicação coerente e no tom da marca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 SOLUÇÃO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776984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sugestão chega quase pronta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66800" y="3832146"/>
            <a:ext cx="6278880" cy="1322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aplicação web com cérebro em </a:t>
            </a:r>
            <a:r>
              <a:rPr lang="en-US" sz="2325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(FastAPI) </a:t>
            </a: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interface em </a:t>
            </a:r>
            <a:r>
              <a:rPr lang="en-US" sz="2325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Para cada ideia, ela entrega: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066800" y="5535692"/>
            <a:ext cx="3875722" cy="1344930"/>
          </a:xfrm>
          <a:prstGeom prst="roundRect">
            <a:avLst>
              <a:gd name="adj" fmla="val 9915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9220" y="5829062"/>
            <a:ext cx="3575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9220" y="6221492"/>
            <a:ext cx="357597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3973" y="5535692"/>
            <a:ext cx="3875722" cy="1344930"/>
          </a:xfrm>
          <a:prstGeom prst="roundRect">
            <a:avLst>
              <a:gd name="adj" fmla="val 9915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6393" y="5829062"/>
            <a:ext cx="3575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26393" y="6221492"/>
            <a:ext cx="357597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66800" y="7052072"/>
            <a:ext cx="3875722" cy="1344930"/>
          </a:xfrm>
          <a:prstGeom prst="roundRect">
            <a:avLst>
              <a:gd name="adj" fmla="val 9915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9220" y="7345442"/>
            <a:ext cx="3575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9220" y="7737872"/>
            <a:ext cx="357597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de foto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113973" y="7052072"/>
            <a:ext cx="3875722" cy="1344930"/>
          </a:xfrm>
          <a:prstGeom prst="roundRect">
            <a:avLst>
              <a:gd name="adj" fmla="val 9915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6393" y="7345442"/>
            <a:ext cx="3575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26393" y="7737872"/>
            <a:ext cx="357597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horário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675495" y="4190167"/>
            <a:ext cx="7545705" cy="4233506"/>
          </a:xfrm>
          <a:prstGeom prst="roundRect">
            <a:avLst>
              <a:gd name="adj" fmla="val 2601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AB902DF-A24E-41CC-8C17-68FCFC1A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098" y="4291351"/>
            <a:ext cx="7275098" cy="4037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 PLATAFORMA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776984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funcionalidades entregues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66800" y="477916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89143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38300" y="3830479"/>
            <a:ext cx="461966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conteúdo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38300" y="4253389"/>
            <a:ext cx="461966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datas comemorativas que vendem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48800" y="477916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48800" y="389143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20300" y="3830479"/>
            <a:ext cx="388086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datas comemorativas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020300" y="4253389"/>
            <a:ext cx="388086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cobertas ao longo do ano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" y="598312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509539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38300" y="5034439"/>
            <a:ext cx="308627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Gerador de posts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638300" y="5457349"/>
            <a:ext cx="30862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o modo de tema livre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48800" y="598312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509539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20300" y="5034439"/>
            <a:ext cx="286874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da semana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020300" y="5457349"/>
            <a:ext cx="286874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posts, com exportação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6800" y="718708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29935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38300" y="6238399"/>
            <a:ext cx="415197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Favoritos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638300" y="6661309"/>
            <a:ext cx="4151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e reutilizar as melhores ideias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48800" y="718708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48800" y="629935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20300" y="6238399"/>
            <a:ext cx="37518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visual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020300" y="6661309"/>
            <a:ext cx="375186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semana inteira em uma só tela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66800" y="8391049"/>
            <a:ext cx="7772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7503319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6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38300" y="7442359"/>
            <a:ext cx="480917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 opcional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638300" y="7865269"/>
            <a:ext cx="48091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Claude para textos mais criativos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DISCIPLINAS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776984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aplicados na prática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66800" y="3470434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744754"/>
            <a:ext cx="652303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54027" y="3752374"/>
            <a:ext cx="10060189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linguagem natural para as legendas com o modelo Claude, em uma arquitetura preparada para trocar de IA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1066800" y="4845844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5120164"/>
            <a:ext cx="652303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software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454027" y="5127784"/>
            <a:ext cx="1074389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back-end, API em FastAPI e front-end em React, integrados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066800" y="5807869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6082189"/>
            <a:ext cx="652303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requisitos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454027" y="6089809"/>
            <a:ext cx="1074389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da demanda real com o cliente, por entrevista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1066800" y="6769894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7044214"/>
            <a:ext cx="652303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e estruturas de dados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454027" y="7051834"/>
            <a:ext cx="1074389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datas, geração e persistência de favoritos</a:t>
            </a:r>
            <a:endParaRPr lang="en-US" sz="2325" dirty="0"/>
          </a:p>
        </p:txBody>
      </p:sp>
      <p:sp>
        <p:nvSpPr>
          <p:cNvPr id="16" name="Shape 14"/>
          <p:cNvSpPr/>
          <p:nvPr/>
        </p:nvSpPr>
        <p:spPr>
          <a:xfrm>
            <a:off x="1066800" y="8693944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" y="7731919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8006239"/>
            <a:ext cx="652303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Extensão universitária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454027" y="8013859"/>
            <a:ext cx="1074389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prática em uma demanda real de um negócio local</a:t>
            </a:r>
            <a:endParaRPr lang="en-US" sz="23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DESAFIOS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776984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desafios e como resolvemos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66800" y="4275296"/>
            <a:ext cx="5206961" cy="3716655"/>
          </a:xfrm>
          <a:prstGeom prst="roundRect">
            <a:avLst>
              <a:gd name="adj" fmla="val 4100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4682966"/>
            <a:ext cx="49146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F3F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6370" y="5056347"/>
            <a:ext cx="46018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 sem dados históricos nem marketing estruturado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36370" y="5999322"/>
            <a:ext cx="446782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36370" y="6216491"/>
            <a:ext cx="49146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RESOLVEMOS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6370" y="6589872"/>
            <a:ext cx="460185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solução de geração de conteúdo, que funciona desde o primeiro dia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40461" y="4275296"/>
            <a:ext cx="5206961" cy="3716655"/>
          </a:xfrm>
          <a:prstGeom prst="roundRect">
            <a:avLst>
              <a:gd name="adj" fmla="val 4100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0031" y="4682966"/>
            <a:ext cx="49146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F3F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10031" y="5056347"/>
            <a:ext cx="46018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textos de qualidade sem custo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6910031" y="5999322"/>
            <a:ext cx="446782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10031" y="6216491"/>
            <a:ext cx="49146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RESOLVEMOS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10031" y="6589872"/>
            <a:ext cx="4601855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legenda prontos e uma arquitetura que permite plugar a IA depois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14121" y="4275296"/>
            <a:ext cx="5206961" cy="3716655"/>
          </a:xfrm>
          <a:prstGeom prst="roundRect">
            <a:avLst>
              <a:gd name="adj" fmla="val 4100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3691" y="4682966"/>
            <a:ext cx="49146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F3F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83691" y="5056347"/>
            <a:ext cx="491460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duas partes: Python e React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383691" y="5642134"/>
            <a:ext cx="446782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383691" y="5859304"/>
            <a:ext cx="49146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RESOLVEMOS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83691" y="6232684"/>
            <a:ext cx="460185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passo a passo no README do projeto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RESULTADOS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776984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entregue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66800" y="4437936"/>
            <a:ext cx="5420273" cy="1392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850" b="1" kern="0" spc="-355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850" dirty="0"/>
          </a:p>
        </p:txBody>
      </p:sp>
      <p:sp>
        <p:nvSpPr>
          <p:cNvPr id="5" name="Text 3"/>
          <p:cNvSpPr/>
          <p:nvPr/>
        </p:nvSpPr>
        <p:spPr>
          <a:xfrm>
            <a:off x="1066800" y="5963841"/>
            <a:ext cx="5420273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entregues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6451521" y="4437936"/>
            <a:ext cx="9525" cy="1924526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16341" y="4437936"/>
            <a:ext cx="4909102" cy="1392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850" b="1" kern="0" spc="-355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850" dirty="0"/>
          </a:p>
        </p:txBody>
      </p:sp>
      <p:sp>
        <p:nvSpPr>
          <p:cNvPr id="8" name="Text 6"/>
          <p:cNvSpPr/>
          <p:nvPr/>
        </p:nvSpPr>
        <p:spPr>
          <a:xfrm>
            <a:off x="6916341" y="5963841"/>
            <a:ext cx="4909102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comemorativas cobertas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1836360" y="4238625"/>
            <a:ext cx="9525" cy="2323148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301181" y="4238625"/>
            <a:ext cx="5412022" cy="1392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850" b="1" kern="0" spc="-355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850" dirty="0"/>
          </a:p>
        </p:txBody>
      </p:sp>
      <p:sp>
        <p:nvSpPr>
          <p:cNvPr id="11" name="Text 9"/>
          <p:cNvSpPr/>
          <p:nvPr/>
        </p:nvSpPr>
        <p:spPr>
          <a:xfrm>
            <a:off x="12301181" y="5764530"/>
            <a:ext cx="5067621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funcional e validada com a proprietária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066800" y="7981950"/>
            <a:ext cx="129540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8370570"/>
            <a:ext cx="13342620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150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loja passou a ter uma ferramenta que </a:t>
            </a:r>
            <a:r>
              <a:rPr lang="en-US" sz="3150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economiza tempo, dá constância </a:t>
            </a:r>
            <a:r>
              <a:rPr lang="en-US" sz="3150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aproveita as datas que vendem.</a:t>
            </a:r>
            <a:endParaRPr lang="en-US" sz="3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154668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5500" b="1" dirty="0">
                <a:solidFill>
                  <a:srgbClr val="FFFFFF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1066800" y="3568898"/>
            <a:ext cx="14912340" cy="223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4650" b="1" kern="0" spc="-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ferramenta tirou o peso de pensar no post toda vez — agora eu consigo postar com regularidade e ainda aproveitar as datas que vendem.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66800" y="6518077"/>
            <a:ext cx="514350" cy="1905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771650" y="6337102"/>
            <a:ext cx="43666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Proprietária da Virtuau Modas</a:t>
            </a:r>
            <a:endParaRPr lang="en-US" sz="23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77698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413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EXTENSÃO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474470"/>
            <a:ext cx="12753975" cy="158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17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técnico em um problema do mundo real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66800" y="5108377"/>
            <a:ext cx="8647686" cy="2861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15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atendeu a uma demanda real de um microempreendimento local. Houve </a:t>
            </a:r>
            <a:r>
              <a:rPr lang="en-US" sz="31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 direto com a proprietária </a:t>
            </a:r>
            <a:r>
              <a:rPr lang="en-US" sz="315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levantar a necessidade e validar a solução — entrevista em </a:t>
            </a:r>
            <a:r>
              <a:rPr lang="en-US" sz="3150" b="1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18/06/2026</a:t>
            </a:r>
            <a:r>
              <a:rPr lang="en-US" sz="315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0224612" y="4915971"/>
            <a:ext cx="6996589" cy="929640"/>
          </a:xfrm>
          <a:prstGeom prst="roundRect">
            <a:avLst>
              <a:gd name="adj" fmla="val 14344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56081" y="5328404"/>
            <a:ext cx="104775" cy="104775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10851356" y="5190292"/>
            <a:ext cx="41095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com o cliente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0224612" y="6055162"/>
            <a:ext cx="6996589" cy="929640"/>
          </a:xfrm>
          <a:prstGeom prst="roundRect">
            <a:avLst>
              <a:gd name="adj" fmla="val 14344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56081" y="6467594"/>
            <a:ext cx="104775" cy="104775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10851356" y="6329482"/>
            <a:ext cx="29099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em equipe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10224612" y="7194352"/>
            <a:ext cx="6996589" cy="929640"/>
          </a:xfrm>
          <a:prstGeom prst="roundRect">
            <a:avLst>
              <a:gd name="adj" fmla="val 14344"/>
            </a:avLst>
          </a:prstGeom>
          <a:solidFill>
            <a:srgbClr val="20203F"/>
          </a:solidFill>
          <a:ln w="7620">
            <a:solidFill>
              <a:srgbClr val="F5F3F7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56081" y="7606784"/>
            <a:ext cx="104775" cy="104775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1356" y="7468671"/>
            <a:ext cx="35224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 social</a:t>
            </a:r>
            <a:endParaRPr lang="en-US" sz="23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74295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E94560">
                  <a:alpha val="24000"/>
                </a:srgbClr>
              </a:gs>
              <a:gs pos="68000">
                <a:srgbClr val="E9456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066800" y="958215"/>
            <a:ext cx="133350" cy="13335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1352550" y="876300"/>
            <a:ext cx="282774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VIRTUAU MODAS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3838099"/>
            <a:ext cx="17769840" cy="97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80" dirty="0">
                <a:solidFill>
                  <a:srgbClr val="F5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66800" y="5056465"/>
            <a:ext cx="10791825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150" dirty="0">
                <a:solidFill>
                  <a:srgbClr val="F5F3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demanda real de um negócio local, resolvida com tecnologia — e validada por quem usa.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66800" y="8801100"/>
            <a:ext cx="16154400" cy="9525"/>
          </a:xfrm>
          <a:prstGeom prst="rect">
            <a:avLst/>
          </a:prstGeom>
          <a:solidFill>
            <a:srgbClr val="F5F3F7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655040" y="9113520"/>
            <a:ext cx="392277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3F7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de Extensão ·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1075</Words>
  <Application>Microsoft Office PowerPoint</Application>
  <PresentationFormat>Personalizar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Nickolas Passos Homem de Mello</cp:lastModifiedBy>
  <cp:revision>3</cp:revision>
  <dcterms:created xsi:type="dcterms:W3CDTF">2026-06-19T00:42:04Z</dcterms:created>
  <dcterms:modified xsi:type="dcterms:W3CDTF">2026-06-19T00:47:06Z</dcterms:modified>
</cp:coreProperties>
</file>